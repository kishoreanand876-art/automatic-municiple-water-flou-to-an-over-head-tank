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78" d="100"/>
          <a:sy n="78" d="100"/>
        </p:scale>
        <p:origin x="65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F15B1-F1E8-443C-BECC-A76F45949B00}"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IN"/>
        </a:p>
      </dgm:t>
    </dgm:pt>
    <dgm:pt modelId="{5D63A679-C191-4711-8525-2FB8869034FC}">
      <dgm:prSet phldrT="[Text]"/>
      <dgm:spPr/>
      <dgm:t>
        <a:bodyPr/>
        <a:lstStyle/>
        <a:p>
          <a:pPr>
            <a:buNone/>
          </a:pPr>
          <a:r>
            <a:rPr lang="en-IN" dirty="0"/>
            <a:t>Municipal Water Line</a:t>
          </a:r>
        </a:p>
      </dgm:t>
    </dgm:pt>
    <dgm:pt modelId="{96DC495D-C487-4BAE-ABC1-C6A308EBF9E8}" type="parTrans" cxnId="{6018FD87-9B82-48B7-BBB0-0DA7B82C572D}">
      <dgm:prSet/>
      <dgm:spPr/>
      <dgm:t>
        <a:bodyPr/>
        <a:lstStyle/>
        <a:p>
          <a:endParaRPr lang="en-IN"/>
        </a:p>
      </dgm:t>
    </dgm:pt>
    <dgm:pt modelId="{481F7503-24FB-4901-A0C6-9420A167517B}" type="sibTrans" cxnId="{6018FD87-9B82-48B7-BBB0-0DA7B82C572D}">
      <dgm:prSet/>
      <dgm:spPr/>
      <dgm:t>
        <a:bodyPr/>
        <a:lstStyle/>
        <a:p>
          <a:endParaRPr lang="en-IN"/>
        </a:p>
      </dgm:t>
    </dgm:pt>
    <dgm:pt modelId="{8D4AE6E6-EEA2-426B-AD46-FB513837E881}">
      <dgm:prSet phldrT="[Text]"/>
      <dgm:spPr/>
      <dgm:t>
        <a:bodyPr/>
        <a:lstStyle/>
        <a:p>
          <a:pPr>
            <a:buNone/>
          </a:pPr>
          <a:r>
            <a:rPr lang="en-IN" dirty="0"/>
            <a:t>Flow Sensor</a:t>
          </a:r>
        </a:p>
      </dgm:t>
    </dgm:pt>
    <dgm:pt modelId="{2A8DE56C-8FDC-4683-80ED-B732D1DBAB1F}" type="parTrans" cxnId="{56388C3B-2FC3-46F9-AF64-47CA14568E35}">
      <dgm:prSet/>
      <dgm:spPr/>
      <dgm:t>
        <a:bodyPr/>
        <a:lstStyle/>
        <a:p>
          <a:endParaRPr lang="en-IN"/>
        </a:p>
      </dgm:t>
    </dgm:pt>
    <dgm:pt modelId="{86C76329-E440-4F16-B19B-D98ED294BFDF}" type="sibTrans" cxnId="{56388C3B-2FC3-46F9-AF64-47CA14568E35}">
      <dgm:prSet/>
      <dgm:spPr/>
      <dgm:t>
        <a:bodyPr/>
        <a:lstStyle/>
        <a:p>
          <a:endParaRPr lang="en-IN"/>
        </a:p>
      </dgm:t>
    </dgm:pt>
    <dgm:pt modelId="{09E3ED79-A143-4015-9B07-F29340FC238B}">
      <dgm:prSet phldrT="[Text]"/>
      <dgm:spPr/>
      <dgm:t>
        <a:bodyPr/>
        <a:lstStyle/>
        <a:p>
          <a:pPr>
            <a:buNone/>
          </a:pPr>
          <a:r>
            <a:rPr lang="en-IN" dirty="0"/>
            <a:t>Raspberry Pi (Java Program)</a:t>
          </a:r>
        </a:p>
      </dgm:t>
    </dgm:pt>
    <dgm:pt modelId="{B74DD3A8-84B3-4A3F-8649-656160598CA9}" type="parTrans" cxnId="{ED296FA6-2974-4DE3-AFCE-5676408CFDE6}">
      <dgm:prSet/>
      <dgm:spPr/>
      <dgm:t>
        <a:bodyPr/>
        <a:lstStyle/>
        <a:p>
          <a:endParaRPr lang="en-IN"/>
        </a:p>
      </dgm:t>
    </dgm:pt>
    <dgm:pt modelId="{4BEB56A3-AE63-423B-B00B-5B5AEA2A9BC5}" type="sibTrans" cxnId="{ED296FA6-2974-4DE3-AFCE-5676408CFDE6}">
      <dgm:prSet/>
      <dgm:spPr/>
      <dgm:t>
        <a:bodyPr/>
        <a:lstStyle/>
        <a:p>
          <a:endParaRPr lang="en-IN"/>
        </a:p>
      </dgm:t>
    </dgm:pt>
    <dgm:pt modelId="{40A92C37-BF98-4B81-AD8B-196FFB79F739}">
      <dgm:prSet phldrT="[Text]"/>
      <dgm:spPr/>
      <dgm:t>
        <a:bodyPr/>
        <a:lstStyle/>
        <a:p>
          <a:pPr>
            <a:buNone/>
          </a:pPr>
          <a:r>
            <a:rPr lang="en-IN" dirty="0"/>
            <a:t>Relay</a:t>
          </a:r>
        </a:p>
      </dgm:t>
    </dgm:pt>
    <dgm:pt modelId="{19F09BC3-7940-458B-B38B-F8CE4C1ADA79}" type="parTrans" cxnId="{AD9BCF59-B0F6-4654-B7CA-33C25189C586}">
      <dgm:prSet/>
      <dgm:spPr/>
      <dgm:t>
        <a:bodyPr/>
        <a:lstStyle/>
        <a:p>
          <a:endParaRPr lang="en-IN"/>
        </a:p>
      </dgm:t>
    </dgm:pt>
    <dgm:pt modelId="{4E2234E9-2580-4B6E-BA6A-EE18522557A4}" type="sibTrans" cxnId="{AD9BCF59-B0F6-4654-B7CA-33C25189C586}">
      <dgm:prSet/>
      <dgm:spPr/>
      <dgm:t>
        <a:bodyPr/>
        <a:lstStyle/>
        <a:p>
          <a:endParaRPr lang="en-IN"/>
        </a:p>
      </dgm:t>
    </dgm:pt>
    <dgm:pt modelId="{655F5087-62D0-4D8D-A977-0192B000097D}">
      <dgm:prSet phldrT="[Text]" phldr="0"/>
      <dgm:spPr/>
      <dgm:t>
        <a:bodyPr/>
        <a:lstStyle/>
        <a:p>
          <a:r>
            <a:rPr lang="en-US" dirty="0"/>
            <a:t>Pipe line</a:t>
          </a:r>
          <a:endParaRPr lang="en-IN" dirty="0"/>
        </a:p>
      </dgm:t>
    </dgm:pt>
    <dgm:pt modelId="{8EE2DB10-08C3-4D79-A39C-EF85721AB0E8}" type="parTrans" cxnId="{C2F9AF05-F34E-49F1-A44A-4E3F19DB4DCF}">
      <dgm:prSet/>
      <dgm:spPr/>
      <dgm:t>
        <a:bodyPr/>
        <a:lstStyle/>
        <a:p>
          <a:endParaRPr lang="en-IN"/>
        </a:p>
      </dgm:t>
    </dgm:pt>
    <dgm:pt modelId="{22DE80B5-EC8A-4B85-B0D4-B3D2D4875EEA}" type="sibTrans" cxnId="{C2F9AF05-F34E-49F1-A44A-4E3F19DB4DCF}">
      <dgm:prSet/>
      <dgm:spPr/>
      <dgm:t>
        <a:bodyPr/>
        <a:lstStyle/>
        <a:p>
          <a:endParaRPr lang="en-IN"/>
        </a:p>
      </dgm:t>
    </dgm:pt>
    <dgm:pt modelId="{B863883C-68B8-4944-BD15-64FF9846F014}">
      <dgm:prSet phldrT="[Text]"/>
      <dgm:spPr/>
      <dgm:t>
        <a:bodyPr/>
        <a:lstStyle/>
        <a:p>
          <a:pPr>
            <a:buNone/>
          </a:pPr>
          <a:r>
            <a:rPr lang="en-IN" dirty="0"/>
            <a:t>Solenoid Valve / Pump</a:t>
          </a:r>
        </a:p>
      </dgm:t>
    </dgm:pt>
    <dgm:pt modelId="{E32916A8-3C3B-4A5F-BEF7-C7D434A29A0D}" type="parTrans" cxnId="{9A4AD8EC-B600-43E3-9B4B-BE6D9204923D}">
      <dgm:prSet/>
      <dgm:spPr/>
      <dgm:t>
        <a:bodyPr/>
        <a:lstStyle/>
        <a:p>
          <a:endParaRPr lang="en-IN"/>
        </a:p>
      </dgm:t>
    </dgm:pt>
    <dgm:pt modelId="{25E0300F-F59A-490E-B9AE-DF63C7F27C49}" type="sibTrans" cxnId="{9A4AD8EC-B600-43E3-9B4B-BE6D9204923D}">
      <dgm:prSet/>
      <dgm:spPr/>
      <dgm:t>
        <a:bodyPr/>
        <a:lstStyle/>
        <a:p>
          <a:endParaRPr lang="en-IN"/>
        </a:p>
      </dgm:t>
    </dgm:pt>
    <dgm:pt modelId="{0FED7EE7-A45A-4807-961A-DE0CA3F9B6FE}">
      <dgm:prSet phldrT="[Text]" phldr="0"/>
      <dgm:spPr/>
      <dgm:t>
        <a:bodyPr/>
        <a:lstStyle/>
        <a:p>
          <a:r>
            <a:rPr lang="en-US" dirty="0"/>
            <a:t>Pipe line</a:t>
          </a:r>
          <a:endParaRPr lang="en-IN" dirty="0"/>
        </a:p>
      </dgm:t>
    </dgm:pt>
    <dgm:pt modelId="{6FEA1D8B-F429-4046-8455-8ADB0E0B663E}" type="parTrans" cxnId="{BC842BFB-F2D8-4AC8-8ABB-DA8E234DB2C7}">
      <dgm:prSet/>
      <dgm:spPr/>
      <dgm:t>
        <a:bodyPr/>
        <a:lstStyle/>
        <a:p>
          <a:endParaRPr lang="en-IN"/>
        </a:p>
      </dgm:t>
    </dgm:pt>
    <dgm:pt modelId="{C81F3DB1-DC8F-40E1-9281-4EAFCB8BB009}" type="sibTrans" cxnId="{BC842BFB-F2D8-4AC8-8ABB-DA8E234DB2C7}">
      <dgm:prSet/>
      <dgm:spPr/>
      <dgm:t>
        <a:bodyPr/>
        <a:lstStyle/>
        <a:p>
          <a:endParaRPr lang="en-IN"/>
        </a:p>
      </dgm:t>
    </dgm:pt>
    <dgm:pt modelId="{190F1988-5F9D-48EC-BCDA-28DA5654BD90}">
      <dgm:prSet phldrT="[Text]"/>
      <dgm:spPr/>
      <dgm:t>
        <a:bodyPr/>
        <a:lstStyle/>
        <a:p>
          <a:pPr>
            <a:buNone/>
          </a:pPr>
          <a:r>
            <a:rPr lang="en-IN" dirty="0"/>
            <a:t>Overhead Tank</a:t>
          </a:r>
        </a:p>
      </dgm:t>
    </dgm:pt>
    <dgm:pt modelId="{C9A4082D-C873-4C8D-B442-AAEEB878989F}" type="parTrans" cxnId="{7BB6964B-625A-47F0-BD3E-DFC4DFDFEC25}">
      <dgm:prSet/>
      <dgm:spPr/>
      <dgm:t>
        <a:bodyPr/>
        <a:lstStyle/>
        <a:p>
          <a:endParaRPr lang="en-IN"/>
        </a:p>
      </dgm:t>
    </dgm:pt>
    <dgm:pt modelId="{6AEC8052-9622-424E-848A-9AB209125A70}" type="sibTrans" cxnId="{7BB6964B-625A-47F0-BD3E-DFC4DFDFEC25}">
      <dgm:prSet/>
      <dgm:spPr/>
      <dgm:t>
        <a:bodyPr/>
        <a:lstStyle/>
        <a:p>
          <a:endParaRPr lang="en-IN"/>
        </a:p>
      </dgm:t>
    </dgm:pt>
    <dgm:pt modelId="{754E6F8D-F61B-4C72-B9DC-50C588E8DD12}" type="pres">
      <dgm:prSet presAssocID="{E5BF15B1-F1E8-443C-BECC-A76F45949B00}" presName="Name0" presStyleCnt="0">
        <dgm:presLayoutVars>
          <dgm:dir/>
          <dgm:resizeHandles/>
        </dgm:presLayoutVars>
      </dgm:prSet>
      <dgm:spPr/>
    </dgm:pt>
    <dgm:pt modelId="{3C79A3AC-C52F-4A42-9A29-F8BD682A6422}" type="pres">
      <dgm:prSet presAssocID="{5D63A679-C191-4711-8525-2FB8869034FC}" presName="compNode" presStyleCnt="0"/>
      <dgm:spPr/>
    </dgm:pt>
    <dgm:pt modelId="{C1278F15-DD02-4723-9971-FB703CAE4029}" type="pres">
      <dgm:prSet presAssocID="{5D63A679-C191-4711-8525-2FB8869034FC}" presName="dummyConnPt" presStyleCnt="0"/>
      <dgm:spPr/>
    </dgm:pt>
    <dgm:pt modelId="{5CD3E012-DE53-4005-BB3D-0E253EF74EFD}" type="pres">
      <dgm:prSet presAssocID="{5D63A679-C191-4711-8525-2FB8869034FC}" presName="node" presStyleLbl="node1" presStyleIdx="0" presStyleCnt="8" custScaleY="56656">
        <dgm:presLayoutVars>
          <dgm:bulletEnabled val="1"/>
        </dgm:presLayoutVars>
      </dgm:prSet>
      <dgm:spPr/>
    </dgm:pt>
    <dgm:pt modelId="{4E1F845D-E970-412E-BB3E-E01274174334}" type="pres">
      <dgm:prSet presAssocID="{481F7503-24FB-4901-A0C6-9420A167517B}" presName="sibTrans" presStyleLbl="bgSibTrans2D1" presStyleIdx="0" presStyleCnt="7"/>
      <dgm:spPr/>
    </dgm:pt>
    <dgm:pt modelId="{37D5D9C6-BADD-4169-A3E6-9705C2325D13}" type="pres">
      <dgm:prSet presAssocID="{8D4AE6E6-EEA2-426B-AD46-FB513837E881}" presName="compNode" presStyleCnt="0"/>
      <dgm:spPr/>
    </dgm:pt>
    <dgm:pt modelId="{AE9D64C0-3752-4C28-B7D1-8492768BCFF9}" type="pres">
      <dgm:prSet presAssocID="{8D4AE6E6-EEA2-426B-AD46-FB513837E881}" presName="dummyConnPt" presStyleCnt="0"/>
      <dgm:spPr/>
    </dgm:pt>
    <dgm:pt modelId="{7086D771-0C0D-4694-96EB-2B902D6341D6}" type="pres">
      <dgm:prSet presAssocID="{8D4AE6E6-EEA2-426B-AD46-FB513837E881}" presName="node" presStyleLbl="node1" presStyleIdx="1" presStyleCnt="8" custScaleY="57325">
        <dgm:presLayoutVars>
          <dgm:bulletEnabled val="1"/>
        </dgm:presLayoutVars>
      </dgm:prSet>
      <dgm:spPr/>
    </dgm:pt>
    <dgm:pt modelId="{416125C9-F056-4F7E-8B65-16C22119208B}" type="pres">
      <dgm:prSet presAssocID="{86C76329-E440-4F16-B19B-D98ED294BFDF}" presName="sibTrans" presStyleLbl="bgSibTrans2D1" presStyleIdx="1" presStyleCnt="7"/>
      <dgm:spPr/>
    </dgm:pt>
    <dgm:pt modelId="{312FF033-C80D-48F7-9DDF-97540E4C9C74}" type="pres">
      <dgm:prSet presAssocID="{09E3ED79-A143-4015-9B07-F29340FC238B}" presName="compNode" presStyleCnt="0"/>
      <dgm:spPr/>
    </dgm:pt>
    <dgm:pt modelId="{89037951-0807-4A94-AFA4-9EE7947A2B75}" type="pres">
      <dgm:prSet presAssocID="{09E3ED79-A143-4015-9B07-F29340FC238B}" presName="dummyConnPt" presStyleCnt="0"/>
      <dgm:spPr/>
    </dgm:pt>
    <dgm:pt modelId="{45EA2608-1630-402D-B8B6-625F916AF6D2}" type="pres">
      <dgm:prSet presAssocID="{09E3ED79-A143-4015-9B07-F29340FC238B}" presName="node" presStyleLbl="node1" presStyleIdx="2" presStyleCnt="8" custScaleY="57080">
        <dgm:presLayoutVars>
          <dgm:bulletEnabled val="1"/>
        </dgm:presLayoutVars>
      </dgm:prSet>
      <dgm:spPr/>
    </dgm:pt>
    <dgm:pt modelId="{8B5D24C3-1077-4B0B-B2E6-5B3765BCEB23}" type="pres">
      <dgm:prSet presAssocID="{4BEB56A3-AE63-423B-B00B-5B5AEA2A9BC5}" presName="sibTrans" presStyleLbl="bgSibTrans2D1" presStyleIdx="2" presStyleCnt="7"/>
      <dgm:spPr/>
    </dgm:pt>
    <dgm:pt modelId="{B2D89DC4-1CF4-4FA1-A73D-471E9BE9707B}" type="pres">
      <dgm:prSet presAssocID="{40A92C37-BF98-4B81-AD8B-196FFB79F739}" presName="compNode" presStyleCnt="0"/>
      <dgm:spPr/>
    </dgm:pt>
    <dgm:pt modelId="{B8B6F610-1CC8-42D5-8D71-82AD9C17D14E}" type="pres">
      <dgm:prSet presAssocID="{40A92C37-BF98-4B81-AD8B-196FFB79F739}" presName="dummyConnPt" presStyleCnt="0"/>
      <dgm:spPr/>
    </dgm:pt>
    <dgm:pt modelId="{838FC84B-0B46-4E38-817E-337186698901}" type="pres">
      <dgm:prSet presAssocID="{40A92C37-BF98-4B81-AD8B-196FFB79F739}" presName="node" presStyleLbl="node1" presStyleIdx="3" presStyleCnt="8" custScaleY="55855" custLinFactNeighborY="2955">
        <dgm:presLayoutVars>
          <dgm:bulletEnabled val="1"/>
        </dgm:presLayoutVars>
      </dgm:prSet>
      <dgm:spPr/>
    </dgm:pt>
    <dgm:pt modelId="{7DA25D96-60D8-4109-882F-13A4606019AC}" type="pres">
      <dgm:prSet presAssocID="{4E2234E9-2580-4B6E-BA6A-EE18522557A4}" presName="sibTrans" presStyleLbl="bgSibTrans2D1" presStyleIdx="3" presStyleCnt="7"/>
      <dgm:spPr/>
    </dgm:pt>
    <dgm:pt modelId="{E70D0BF2-F2A7-4C5D-9DB2-49AD8CF58C9D}" type="pres">
      <dgm:prSet presAssocID="{655F5087-62D0-4D8D-A977-0192B000097D}" presName="compNode" presStyleCnt="0"/>
      <dgm:spPr/>
    </dgm:pt>
    <dgm:pt modelId="{11F8CEA8-276B-4A8E-A30F-437CB2ADC1F6}" type="pres">
      <dgm:prSet presAssocID="{655F5087-62D0-4D8D-A977-0192B000097D}" presName="dummyConnPt" presStyleCnt="0"/>
      <dgm:spPr/>
    </dgm:pt>
    <dgm:pt modelId="{4310B43B-0661-4B34-A140-B65F4E39AB2C}" type="pres">
      <dgm:prSet presAssocID="{655F5087-62D0-4D8D-A977-0192B000097D}" presName="node" presStyleLbl="node1" presStyleIdx="4" presStyleCnt="8" custScaleY="59775">
        <dgm:presLayoutVars>
          <dgm:bulletEnabled val="1"/>
        </dgm:presLayoutVars>
      </dgm:prSet>
      <dgm:spPr/>
    </dgm:pt>
    <dgm:pt modelId="{09EC8BA4-3BE8-4D78-9FE7-26B5A5134281}" type="pres">
      <dgm:prSet presAssocID="{22DE80B5-EC8A-4B85-B0D4-B3D2D4875EEA}" presName="sibTrans" presStyleLbl="bgSibTrans2D1" presStyleIdx="4" presStyleCnt="7"/>
      <dgm:spPr/>
    </dgm:pt>
    <dgm:pt modelId="{7CB3A573-72A9-44A8-9BC2-3704A966C4DD}" type="pres">
      <dgm:prSet presAssocID="{B863883C-68B8-4944-BD15-64FF9846F014}" presName="compNode" presStyleCnt="0"/>
      <dgm:spPr/>
    </dgm:pt>
    <dgm:pt modelId="{FB9F8CCE-D83D-4F4B-9823-57FFA62C9ADB}" type="pres">
      <dgm:prSet presAssocID="{B863883C-68B8-4944-BD15-64FF9846F014}" presName="dummyConnPt" presStyleCnt="0"/>
      <dgm:spPr/>
    </dgm:pt>
    <dgm:pt modelId="{0517AF40-1726-4185-BC56-1BFBD0607E7F}" type="pres">
      <dgm:prSet presAssocID="{B863883C-68B8-4944-BD15-64FF9846F014}" presName="node" presStyleLbl="node1" presStyleIdx="5" presStyleCnt="8" custScaleY="53725" custLinFactNeighborX="0" custLinFactNeighborY="0">
        <dgm:presLayoutVars>
          <dgm:bulletEnabled val="1"/>
        </dgm:presLayoutVars>
      </dgm:prSet>
      <dgm:spPr/>
    </dgm:pt>
    <dgm:pt modelId="{D12F1AE1-756C-4CFE-84E2-512A969275E1}" type="pres">
      <dgm:prSet presAssocID="{25E0300F-F59A-490E-B9AE-DF63C7F27C49}" presName="sibTrans" presStyleLbl="bgSibTrans2D1" presStyleIdx="5" presStyleCnt="7"/>
      <dgm:spPr/>
    </dgm:pt>
    <dgm:pt modelId="{C15E47A1-768E-4BB3-9E5A-10C1A832A9A4}" type="pres">
      <dgm:prSet presAssocID="{0FED7EE7-A45A-4807-961A-DE0CA3F9B6FE}" presName="compNode" presStyleCnt="0"/>
      <dgm:spPr/>
    </dgm:pt>
    <dgm:pt modelId="{89E66906-480B-4EA8-AE37-E420071A7515}" type="pres">
      <dgm:prSet presAssocID="{0FED7EE7-A45A-4807-961A-DE0CA3F9B6FE}" presName="dummyConnPt" presStyleCnt="0"/>
      <dgm:spPr/>
    </dgm:pt>
    <dgm:pt modelId="{7265A32E-4512-4EA9-94B9-B8814D5F9864}" type="pres">
      <dgm:prSet presAssocID="{0FED7EE7-A45A-4807-961A-DE0CA3F9B6FE}" presName="node" presStyleLbl="node1" presStyleIdx="6" presStyleCnt="8" custScaleY="53953">
        <dgm:presLayoutVars>
          <dgm:bulletEnabled val="1"/>
        </dgm:presLayoutVars>
      </dgm:prSet>
      <dgm:spPr/>
    </dgm:pt>
    <dgm:pt modelId="{CC267A9F-6E2C-4307-A148-CB461C202B04}" type="pres">
      <dgm:prSet presAssocID="{C81F3DB1-DC8F-40E1-9281-4EAFCB8BB009}" presName="sibTrans" presStyleLbl="bgSibTrans2D1" presStyleIdx="6" presStyleCnt="7"/>
      <dgm:spPr/>
    </dgm:pt>
    <dgm:pt modelId="{9253B455-2F2D-42BC-9471-6621F396E207}" type="pres">
      <dgm:prSet presAssocID="{190F1988-5F9D-48EC-BCDA-28DA5654BD90}" presName="compNode" presStyleCnt="0"/>
      <dgm:spPr/>
    </dgm:pt>
    <dgm:pt modelId="{A9CF88AA-4751-4153-80BF-9CD52B9C8A41}" type="pres">
      <dgm:prSet presAssocID="{190F1988-5F9D-48EC-BCDA-28DA5654BD90}" presName="dummyConnPt" presStyleCnt="0"/>
      <dgm:spPr/>
    </dgm:pt>
    <dgm:pt modelId="{C833DC6A-7DDD-49CB-886D-97AB72A6A3D9}" type="pres">
      <dgm:prSet presAssocID="{190F1988-5F9D-48EC-BCDA-28DA5654BD90}" presName="node" presStyleLbl="node1" presStyleIdx="7" presStyleCnt="8" custScaleY="60070">
        <dgm:presLayoutVars>
          <dgm:bulletEnabled val="1"/>
        </dgm:presLayoutVars>
      </dgm:prSet>
      <dgm:spPr/>
    </dgm:pt>
  </dgm:ptLst>
  <dgm:cxnLst>
    <dgm:cxn modelId="{3FE0DE03-05A5-46D3-B349-F9EC4BEF5575}" type="presOf" srcId="{C81F3DB1-DC8F-40E1-9281-4EAFCB8BB009}" destId="{CC267A9F-6E2C-4307-A148-CB461C202B04}" srcOrd="0" destOrd="0" presId="urn:microsoft.com/office/officeart/2005/8/layout/bProcess4"/>
    <dgm:cxn modelId="{C2F9AF05-F34E-49F1-A44A-4E3F19DB4DCF}" srcId="{E5BF15B1-F1E8-443C-BECC-A76F45949B00}" destId="{655F5087-62D0-4D8D-A977-0192B000097D}" srcOrd="4" destOrd="0" parTransId="{8EE2DB10-08C3-4D79-A39C-EF85721AB0E8}" sibTransId="{22DE80B5-EC8A-4B85-B0D4-B3D2D4875EEA}"/>
    <dgm:cxn modelId="{69318B07-A21F-4A89-BAA7-07EB6586B16E}" type="presOf" srcId="{190F1988-5F9D-48EC-BCDA-28DA5654BD90}" destId="{C833DC6A-7DDD-49CB-886D-97AB72A6A3D9}" srcOrd="0" destOrd="0" presId="urn:microsoft.com/office/officeart/2005/8/layout/bProcess4"/>
    <dgm:cxn modelId="{AB44A10A-C780-45B7-8B42-8307530B93AC}" type="presOf" srcId="{40A92C37-BF98-4B81-AD8B-196FFB79F739}" destId="{838FC84B-0B46-4E38-817E-337186698901}" srcOrd="0" destOrd="0" presId="urn:microsoft.com/office/officeart/2005/8/layout/bProcess4"/>
    <dgm:cxn modelId="{AC5FAC14-972F-45A5-8B4A-76DEC8400063}" type="presOf" srcId="{25E0300F-F59A-490E-B9AE-DF63C7F27C49}" destId="{D12F1AE1-756C-4CFE-84E2-512A969275E1}" srcOrd="0" destOrd="0" presId="urn:microsoft.com/office/officeart/2005/8/layout/bProcess4"/>
    <dgm:cxn modelId="{D7D6B128-2731-47A5-9324-CC5E54C9FD8C}" type="presOf" srcId="{8D4AE6E6-EEA2-426B-AD46-FB513837E881}" destId="{7086D771-0C0D-4694-96EB-2B902D6341D6}" srcOrd="0" destOrd="0" presId="urn:microsoft.com/office/officeart/2005/8/layout/bProcess4"/>
    <dgm:cxn modelId="{8C454B33-4C1B-45CD-A6C5-90DFEB3AAAFD}" type="presOf" srcId="{481F7503-24FB-4901-A0C6-9420A167517B}" destId="{4E1F845D-E970-412E-BB3E-E01274174334}" srcOrd="0" destOrd="0" presId="urn:microsoft.com/office/officeart/2005/8/layout/bProcess4"/>
    <dgm:cxn modelId="{377E5D39-EC66-42AB-BC49-3A67D2D1877F}" type="presOf" srcId="{4E2234E9-2580-4B6E-BA6A-EE18522557A4}" destId="{7DA25D96-60D8-4109-882F-13A4606019AC}" srcOrd="0" destOrd="0" presId="urn:microsoft.com/office/officeart/2005/8/layout/bProcess4"/>
    <dgm:cxn modelId="{56388C3B-2FC3-46F9-AF64-47CA14568E35}" srcId="{E5BF15B1-F1E8-443C-BECC-A76F45949B00}" destId="{8D4AE6E6-EEA2-426B-AD46-FB513837E881}" srcOrd="1" destOrd="0" parTransId="{2A8DE56C-8FDC-4683-80ED-B732D1DBAB1F}" sibTransId="{86C76329-E440-4F16-B19B-D98ED294BFDF}"/>
    <dgm:cxn modelId="{7BB6964B-625A-47F0-BD3E-DFC4DFDFEC25}" srcId="{E5BF15B1-F1E8-443C-BECC-A76F45949B00}" destId="{190F1988-5F9D-48EC-BCDA-28DA5654BD90}" srcOrd="7" destOrd="0" parTransId="{C9A4082D-C873-4C8D-B442-AAEEB878989F}" sibTransId="{6AEC8052-9622-424E-848A-9AB209125A70}"/>
    <dgm:cxn modelId="{276D3C70-F630-4651-8221-AE2E19CA4D5A}" type="presOf" srcId="{E5BF15B1-F1E8-443C-BECC-A76F45949B00}" destId="{754E6F8D-F61B-4C72-B9DC-50C588E8DD12}" srcOrd="0" destOrd="0" presId="urn:microsoft.com/office/officeart/2005/8/layout/bProcess4"/>
    <dgm:cxn modelId="{B0025D72-7128-437D-B46A-B689B630392F}" type="presOf" srcId="{22DE80B5-EC8A-4B85-B0D4-B3D2D4875EEA}" destId="{09EC8BA4-3BE8-4D78-9FE7-26B5A5134281}" srcOrd="0" destOrd="0" presId="urn:microsoft.com/office/officeart/2005/8/layout/bProcess4"/>
    <dgm:cxn modelId="{F9F94B58-50F4-442E-B0DA-3C65A6709122}" type="presOf" srcId="{86C76329-E440-4F16-B19B-D98ED294BFDF}" destId="{416125C9-F056-4F7E-8B65-16C22119208B}" srcOrd="0" destOrd="0" presId="urn:microsoft.com/office/officeart/2005/8/layout/bProcess4"/>
    <dgm:cxn modelId="{AD9BCF59-B0F6-4654-B7CA-33C25189C586}" srcId="{E5BF15B1-F1E8-443C-BECC-A76F45949B00}" destId="{40A92C37-BF98-4B81-AD8B-196FFB79F739}" srcOrd="3" destOrd="0" parTransId="{19F09BC3-7940-458B-B38B-F8CE4C1ADA79}" sibTransId="{4E2234E9-2580-4B6E-BA6A-EE18522557A4}"/>
    <dgm:cxn modelId="{8D09BA84-9E3B-4CF5-A690-ED0A2D1B24D3}" type="presOf" srcId="{09E3ED79-A143-4015-9B07-F29340FC238B}" destId="{45EA2608-1630-402D-B8B6-625F916AF6D2}" srcOrd="0" destOrd="0" presId="urn:microsoft.com/office/officeart/2005/8/layout/bProcess4"/>
    <dgm:cxn modelId="{DA7D0E86-2D0A-4BFD-B71C-A597694868F3}" type="presOf" srcId="{4BEB56A3-AE63-423B-B00B-5B5AEA2A9BC5}" destId="{8B5D24C3-1077-4B0B-B2E6-5B3765BCEB23}" srcOrd="0" destOrd="0" presId="urn:microsoft.com/office/officeart/2005/8/layout/bProcess4"/>
    <dgm:cxn modelId="{6018FD87-9B82-48B7-BBB0-0DA7B82C572D}" srcId="{E5BF15B1-F1E8-443C-BECC-A76F45949B00}" destId="{5D63A679-C191-4711-8525-2FB8869034FC}" srcOrd="0" destOrd="0" parTransId="{96DC495D-C487-4BAE-ABC1-C6A308EBF9E8}" sibTransId="{481F7503-24FB-4901-A0C6-9420A167517B}"/>
    <dgm:cxn modelId="{E54A649B-F6EA-4AD6-8BE7-D24528A8E642}" type="presOf" srcId="{B863883C-68B8-4944-BD15-64FF9846F014}" destId="{0517AF40-1726-4185-BC56-1BFBD0607E7F}" srcOrd="0" destOrd="0" presId="urn:microsoft.com/office/officeart/2005/8/layout/bProcess4"/>
    <dgm:cxn modelId="{ED296FA6-2974-4DE3-AFCE-5676408CFDE6}" srcId="{E5BF15B1-F1E8-443C-BECC-A76F45949B00}" destId="{09E3ED79-A143-4015-9B07-F29340FC238B}" srcOrd="2" destOrd="0" parTransId="{B74DD3A8-84B3-4A3F-8649-656160598CA9}" sibTransId="{4BEB56A3-AE63-423B-B00B-5B5AEA2A9BC5}"/>
    <dgm:cxn modelId="{A0E4D2A6-69DD-46BC-9C98-C0DC1C711567}" type="presOf" srcId="{655F5087-62D0-4D8D-A977-0192B000097D}" destId="{4310B43B-0661-4B34-A140-B65F4E39AB2C}" srcOrd="0" destOrd="0" presId="urn:microsoft.com/office/officeart/2005/8/layout/bProcess4"/>
    <dgm:cxn modelId="{FDF4F3D0-50AA-4C0F-8041-445AA11A1F6E}" type="presOf" srcId="{0FED7EE7-A45A-4807-961A-DE0CA3F9B6FE}" destId="{7265A32E-4512-4EA9-94B9-B8814D5F9864}" srcOrd="0" destOrd="0" presId="urn:microsoft.com/office/officeart/2005/8/layout/bProcess4"/>
    <dgm:cxn modelId="{9A4AD8EC-B600-43E3-9B4B-BE6D9204923D}" srcId="{E5BF15B1-F1E8-443C-BECC-A76F45949B00}" destId="{B863883C-68B8-4944-BD15-64FF9846F014}" srcOrd="5" destOrd="0" parTransId="{E32916A8-3C3B-4A5F-BEF7-C7D434A29A0D}" sibTransId="{25E0300F-F59A-490E-B9AE-DF63C7F27C49}"/>
    <dgm:cxn modelId="{842D94F3-7DB8-4C27-98A9-E4931B8FB958}" type="presOf" srcId="{5D63A679-C191-4711-8525-2FB8869034FC}" destId="{5CD3E012-DE53-4005-BB3D-0E253EF74EFD}" srcOrd="0" destOrd="0" presId="urn:microsoft.com/office/officeart/2005/8/layout/bProcess4"/>
    <dgm:cxn modelId="{BC842BFB-F2D8-4AC8-8ABB-DA8E234DB2C7}" srcId="{E5BF15B1-F1E8-443C-BECC-A76F45949B00}" destId="{0FED7EE7-A45A-4807-961A-DE0CA3F9B6FE}" srcOrd="6" destOrd="0" parTransId="{6FEA1D8B-F429-4046-8455-8ADB0E0B663E}" sibTransId="{C81F3DB1-DC8F-40E1-9281-4EAFCB8BB009}"/>
    <dgm:cxn modelId="{0991552C-57CB-4C82-ADD7-B77AA8895419}" type="presParOf" srcId="{754E6F8D-F61B-4C72-B9DC-50C588E8DD12}" destId="{3C79A3AC-C52F-4A42-9A29-F8BD682A6422}" srcOrd="0" destOrd="0" presId="urn:microsoft.com/office/officeart/2005/8/layout/bProcess4"/>
    <dgm:cxn modelId="{AF570BAF-3489-419E-BB2F-7520071307A7}" type="presParOf" srcId="{3C79A3AC-C52F-4A42-9A29-F8BD682A6422}" destId="{C1278F15-DD02-4723-9971-FB703CAE4029}" srcOrd="0" destOrd="0" presId="urn:microsoft.com/office/officeart/2005/8/layout/bProcess4"/>
    <dgm:cxn modelId="{4791D4A7-E0FB-402A-A1FF-79BBF8647CF9}" type="presParOf" srcId="{3C79A3AC-C52F-4A42-9A29-F8BD682A6422}" destId="{5CD3E012-DE53-4005-BB3D-0E253EF74EFD}" srcOrd="1" destOrd="0" presId="urn:microsoft.com/office/officeart/2005/8/layout/bProcess4"/>
    <dgm:cxn modelId="{E000EF05-BABF-48CD-B647-45E2BAB3F8CE}" type="presParOf" srcId="{754E6F8D-F61B-4C72-B9DC-50C588E8DD12}" destId="{4E1F845D-E970-412E-BB3E-E01274174334}" srcOrd="1" destOrd="0" presId="urn:microsoft.com/office/officeart/2005/8/layout/bProcess4"/>
    <dgm:cxn modelId="{F8B85AD9-9A27-4E0A-81FC-3A85524BCD7F}" type="presParOf" srcId="{754E6F8D-F61B-4C72-B9DC-50C588E8DD12}" destId="{37D5D9C6-BADD-4169-A3E6-9705C2325D13}" srcOrd="2" destOrd="0" presId="urn:microsoft.com/office/officeart/2005/8/layout/bProcess4"/>
    <dgm:cxn modelId="{EEDCB5D8-2DE0-460A-A333-0E32B401FB47}" type="presParOf" srcId="{37D5D9C6-BADD-4169-A3E6-9705C2325D13}" destId="{AE9D64C0-3752-4C28-B7D1-8492768BCFF9}" srcOrd="0" destOrd="0" presId="urn:microsoft.com/office/officeart/2005/8/layout/bProcess4"/>
    <dgm:cxn modelId="{02E0CD34-E82D-45C7-B143-350B856094C9}" type="presParOf" srcId="{37D5D9C6-BADD-4169-A3E6-9705C2325D13}" destId="{7086D771-0C0D-4694-96EB-2B902D6341D6}" srcOrd="1" destOrd="0" presId="urn:microsoft.com/office/officeart/2005/8/layout/bProcess4"/>
    <dgm:cxn modelId="{9EEA28FD-1179-42DD-B336-54038CB10E11}" type="presParOf" srcId="{754E6F8D-F61B-4C72-B9DC-50C588E8DD12}" destId="{416125C9-F056-4F7E-8B65-16C22119208B}" srcOrd="3" destOrd="0" presId="urn:microsoft.com/office/officeart/2005/8/layout/bProcess4"/>
    <dgm:cxn modelId="{9AEA7A15-3154-448E-A39E-45038478E078}" type="presParOf" srcId="{754E6F8D-F61B-4C72-B9DC-50C588E8DD12}" destId="{312FF033-C80D-48F7-9DDF-97540E4C9C74}" srcOrd="4" destOrd="0" presId="urn:microsoft.com/office/officeart/2005/8/layout/bProcess4"/>
    <dgm:cxn modelId="{098EA2CB-70C3-47CB-8608-D11862442792}" type="presParOf" srcId="{312FF033-C80D-48F7-9DDF-97540E4C9C74}" destId="{89037951-0807-4A94-AFA4-9EE7947A2B75}" srcOrd="0" destOrd="0" presId="urn:microsoft.com/office/officeart/2005/8/layout/bProcess4"/>
    <dgm:cxn modelId="{74E35F29-9665-4C20-95B2-CE9C57A80D8A}" type="presParOf" srcId="{312FF033-C80D-48F7-9DDF-97540E4C9C74}" destId="{45EA2608-1630-402D-B8B6-625F916AF6D2}" srcOrd="1" destOrd="0" presId="urn:microsoft.com/office/officeart/2005/8/layout/bProcess4"/>
    <dgm:cxn modelId="{EDEBD780-0BF9-437D-BAEE-654E5AC18271}" type="presParOf" srcId="{754E6F8D-F61B-4C72-B9DC-50C588E8DD12}" destId="{8B5D24C3-1077-4B0B-B2E6-5B3765BCEB23}" srcOrd="5" destOrd="0" presId="urn:microsoft.com/office/officeart/2005/8/layout/bProcess4"/>
    <dgm:cxn modelId="{03C39DC3-493A-4D0B-8141-B3667B5619C1}" type="presParOf" srcId="{754E6F8D-F61B-4C72-B9DC-50C588E8DD12}" destId="{B2D89DC4-1CF4-4FA1-A73D-471E9BE9707B}" srcOrd="6" destOrd="0" presId="urn:microsoft.com/office/officeart/2005/8/layout/bProcess4"/>
    <dgm:cxn modelId="{1AA88207-2882-4DB9-BB8A-57E6B484439F}" type="presParOf" srcId="{B2D89DC4-1CF4-4FA1-A73D-471E9BE9707B}" destId="{B8B6F610-1CC8-42D5-8D71-82AD9C17D14E}" srcOrd="0" destOrd="0" presId="urn:microsoft.com/office/officeart/2005/8/layout/bProcess4"/>
    <dgm:cxn modelId="{45134DA3-41EF-4378-A587-A2FF947B6C91}" type="presParOf" srcId="{B2D89DC4-1CF4-4FA1-A73D-471E9BE9707B}" destId="{838FC84B-0B46-4E38-817E-337186698901}" srcOrd="1" destOrd="0" presId="urn:microsoft.com/office/officeart/2005/8/layout/bProcess4"/>
    <dgm:cxn modelId="{4545856C-F779-4403-812F-68C5431BFD1B}" type="presParOf" srcId="{754E6F8D-F61B-4C72-B9DC-50C588E8DD12}" destId="{7DA25D96-60D8-4109-882F-13A4606019AC}" srcOrd="7" destOrd="0" presId="urn:microsoft.com/office/officeart/2005/8/layout/bProcess4"/>
    <dgm:cxn modelId="{03D2F171-F748-4584-BAB0-556AA19D4A5A}" type="presParOf" srcId="{754E6F8D-F61B-4C72-B9DC-50C588E8DD12}" destId="{E70D0BF2-F2A7-4C5D-9DB2-49AD8CF58C9D}" srcOrd="8" destOrd="0" presId="urn:microsoft.com/office/officeart/2005/8/layout/bProcess4"/>
    <dgm:cxn modelId="{5D8470C1-0EA6-4BAE-8C0D-A164793C54E2}" type="presParOf" srcId="{E70D0BF2-F2A7-4C5D-9DB2-49AD8CF58C9D}" destId="{11F8CEA8-276B-4A8E-A30F-437CB2ADC1F6}" srcOrd="0" destOrd="0" presId="urn:microsoft.com/office/officeart/2005/8/layout/bProcess4"/>
    <dgm:cxn modelId="{05A24371-58DA-4CF7-93E4-4CA12160D2DD}" type="presParOf" srcId="{E70D0BF2-F2A7-4C5D-9DB2-49AD8CF58C9D}" destId="{4310B43B-0661-4B34-A140-B65F4E39AB2C}" srcOrd="1" destOrd="0" presId="urn:microsoft.com/office/officeart/2005/8/layout/bProcess4"/>
    <dgm:cxn modelId="{626DB650-42C4-4207-82CC-1CEA15899228}" type="presParOf" srcId="{754E6F8D-F61B-4C72-B9DC-50C588E8DD12}" destId="{09EC8BA4-3BE8-4D78-9FE7-26B5A5134281}" srcOrd="9" destOrd="0" presId="urn:microsoft.com/office/officeart/2005/8/layout/bProcess4"/>
    <dgm:cxn modelId="{2EF95035-CB32-440E-B7AC-F37681268FDE}" type="presParOf" srcId="{754E6F8D-F61B-4C72-B9DC-50C588E8DD12}" destId="{7CB3A573-72A9-44A8-9BC2-3704A966C4DD}" srcOrd="10" destOrd="0" presId="urn:microsoft.com/office/officeart/2005/8/layout/bProcess4"/>
    <dgm:cxn modelId="{3520FBC2-62F5-4607-9EE8-48C72C0EE758}" type="presParOf" srcId="{7CB3A573-72A9-44A8-9BC2-3704A966C4DD}" destId="{FB9F8CCE-D83D-4F4B-9823-57FFA62C9ADB}" srcOrd="0" destOrd="0" presId="urn:microsoft.com/office/officeart/2005/8/layout/bProcess4"/>
    <dgm:cxn modelId="{6D4E71EF-53C0-49B4-A0BE-9EA3E6F55FD9}" type="presParOf" srcId="{7CB3A573-72A9-44A8-9BC2-3704A966C4DD}" destId="{0517AF40-1726-4185-BC56-1BFBD0607E7F}" srcOrd="1" destOrd="0" presId="urn:microsoft.com/office/officeart/2005/8/layout/bProcess4"/>
    <dgm:cxn modelId="{3D449313-013A-4D46-99E1-5DC820E75D8A}" type="presParOf" srcId="{754E6F8D-F61B-4C72-B9DC-50C588E8DD12}" destId="{D12F1AE1-756C-4CFE-84E2-512A969275E1}" srcOrd="11" destOrd="0" presId="urn:microsoft.com/office/officeart/2005/8/layout/bProcess4"/>
    <dgm:cxn modelId="{1D8C0EFB-5966-41FA-BA1E-993EC4882261}" type="presParOf" srcId="{754E6F8D-F61B-4C72-B9DC-50C588E8DD12}" destId="{C15E47A1-768E-4BB3-9E5A-10C1A832A9A4}" srcOrd="12" destOrd="0" presId="urn:microsoft.com/office/officeart/2005/8/layout/bProcess4"/>
    <dgm:cxn modelId="{4E8CB4C5-A841-4594-AD15-F7F6E5A5BFF8}" type="presParOf" srcId="{C15E47A1-768E-4BB3-9E5A-10C1A832A9A4}" destId="{89E66906-480B-4EA8-AE37-E420071A7515}" srcOrd="0" destOrd="0" presId="urn:microsoft.com/office/officeart/2005/8/layout/bProcess4"/>
    <dgm:cxn modelId="{93DB2496-8D46-420F-9762-608EA1CD314C}" type="presParOf" srcId="{C15E47A1-768E-4BB3-9E5A-10C1A832A9A4}" destId="{7265A32E-4512-4EA9-94B9-B8814D5F9864}" srcOrd="1" destOrd="0" presId="urn:microsoft.com/office/officeart/2005/8/layout/bProcess4"/>
    <dgm:cxn modelId="{0840476C-735A-4A48-BE5B-0E90015141DE}" type="presParOf" srcId="{754E6F8D-F61B-4C72-B9DC-50C588E8DD12}" destId="{CC267A9F-6E2C-4307-A148-CB461C202B04}" srcOrd="13" destOrd="0" presId="urn:microsoft.com/office/officeart/2005/8/layout/bProcess4"/>
    <dgm:cxn modelId="{0EF6DDF4-034E-4135-9ACF-606FB89CC662}" type="presParOf" srcId="{754E6F8D-F61B-4C72-B9DC-50C588E8DD12}" destId="{9253B455-2F2D-42BC-9471-6621F396E207}" srcOrd="14" destOrd="0" presId="urn:microsoft.com/office/officeart/2005/8/layout/bProcess4"/>
    <dgm:cxn modelId="{CE7C27DD-E4C2-4597-8A74-25E1431F918E}" type="presParOf" srcId="{9253B455-2F2D-42BC-9471-6621F396E207}" destId="{A9CF88AA-4751-4153-80BF-9CD52B9C8A41}" srcOrd="0" destOrd="0" presId="urn:microsoft.com/office/officeart/2005/8/layout/bProcess4"/>
    <dgm:cxn modelId="{B84F635A-EC6E-4FA7-B861-CE9ED83D5685}" type="presParOf" srcId="{9253B455-2F2D-42BC-9471-6621F396E207}" destId="{C833DC6A-7DDD-49CB-886D-97AB72A6A3D9}"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F845D-E970-412E-BB3E-E01274174334}">
      <dsp:nvSpPr>
        <dsp:cNvPr id="0" name=""/>
        <dsp:cNvSpPr/>
      </dsp:nvSpPr>
      <dsp:spPr>
        <a:xfrm rot="5400000">
          <a:off x="-90188" y="1722006"/>
          <a:ext cx="1085790"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CD3E012-DE53-4005-BB3D-0E253EF74EFD}">
      <dsp:nvSpPr>
        <dsp:cNvPr id="0" name=""/>
        <dsp:cNvSpPr/>
      </dsp:nvSpPr>
      <dsp:spPr>
        <a:xfrm>
          <a:off x="4087" y="1238041"/>
          <a:ext cx="2218531" cy="7541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Municipal Water Line</a:t>
          </a:r>
        </a:p>
      </dsp:txBody>
      <dsp:txXfrm>
        <a:off x="26176" y="1260130"/>
        <a:ext cx="2174353" cy="709980"/>
      </dsp:txXfrm>
    </dsp:sp>
    <dsp:sp modelId="{416125C9-F056-4F7E-8B65-16C22119208B}">
      <dsp:nvSpPr>
        <dsp:cNvPr id="0" name=""/>
        <dsp:cNvSpPr/>
      </dsp:nvSpPr>
      <dsp:spPr>
        <a:xfrm rot="5400000">
          <a:off x="-91588" y="2814830"/>
          <a:ext cx="108859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86D771-0C0D-4694-96EB-2B902D6341D6}">
      <dsp:nvSpPr>
        <dsp:cNvPr id="0" name=""/>
        <dsp:cNvSpPr/>
      </dsp:nvSpPr>
      <dsp:spPr>
        <a:xfrm>
          <a:off x="4087" y="2324979"/>
          <a:ext cx="2218531" cy="76306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Flow Sensor</a:t>
          </a:r>
        </a:p>
      </dsp:txBody>
      <dsp:txXfrm>
        <a:off x="26436" y="2347328"/>
        <a:ext cx="2173833" cy="718365"/>
      </dsp:txXfrm>
    </dsp:sp>
    <dsp:sp modelId="{8B5D24C3-1077-4B0B-B2E6-5B3765BCEB23}">
      <dsp:nvSpPr>
        <dsp:cNvPr id="0" name=""/>
        <dsp:cNvSpPr/>
      </dsp:nvSpPr>
      <dsp:spPr>
        <a:xfrm rot="55507">
          <a:off x="457428" y="3385675"/>
          <a:ext cx="2941203"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5EA2608-1630-402D-B8B6-625F916AF6D2}">
      <dsp:nvSpPr>
        <dsp:cNvPr id="0" name=""/>
        <dsp:cNvSpPr/>
      </dsp:nvSpPr>
      <dsp:spPr>
        <a:xfrm>
          <a:off x="4087" y="3420823"/>
          <a:ext cx="2218531" cy="75980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Raspberry Pi (Java Program)</a:t>
          </a:r>
        </a:p>
      </dsp:txBody>
      <dsp:txXfrm>
        <a:off x="26341" y="3443077"/>
        <a:ext cx="2174023" cy="715294"/>
      </dsp:txXfrm>
    </dsp:sp>
    <dsp:sp modelId="{7DA25D96-60D8-4109-882F-13A4606019AC}">
      <dsp:nvSpPr>
        <dsp:cNvPr id="0" name=""/>
        <dsp:cNvSpPr/>
      </dsp:nvSpPr>
      <dsp:spPr>
        <a:xfrm rot="16200000">
          <a:off x="2835343" y="2838664"/>
          <a:ext cx="1136019"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8FC84B-0B46-4E38-817E-337186698901}">
      <dsp:nvSpPr>
        <dsp:cNvPr id="0" name=""/>
        <dsp:cNvSpPr/>
      </dsp:nvSpPr>
      <dsp:spPr>
        <a:xfrm>
          <a:off x="2954734" y="3476463"/>
          <a:ext cx="2218531" cy="7434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Relay</a:t>
          </a:r>
        </a:p>
      </dsp:txBody>
      <dsp:txXfrm>
        <a:off x="2976510" y="3498239"/>
        <a:ext cx="2174979" cy="699944"/>
      </dsp:txXfrm>
    </dsp:sp>
    <dsp:sp modelId="{09EC8BA4-3BE8-4D78-9FE7-26B5A5134281}">
      <dsp:nvSpPr>
        <dsp:cNvPr id="0" name=""/>
        <dsp:cNvSpPr/>
      </dsp:nvSpPr>
      <dsp:spPr>
        <a:xfrm rot="16200000">
          <a:off x="2862047" y="1723474"/>
          <a:ext cx="1082613"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10B43B-0661-4B34-A140-B65F4E39AB2C}">
      <dsp:nvSpPr>
        <dsp:cNvPr id="0" name=""/>
        <dsp:cNvSpPr/>
      </dsp:nvSpPr>
      <dsp:spPr>
        <a:xfrm>
          <a:off x="2954734" y="2308673"/>
          <a:ext cx="2218531" cy="7956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Pipe line</a:t>
          </a:r>
          <a:endParaRPr lang="en-IN" sz="1800" kern="1200" dirty="0"/>
        </a:p>
      </dsp:txBody>
      <dsp:txXfrm>
        <a:off x="2978039" y="2331978"/>
        <a:ext cx="2171921" cy="749066"/>
      </dsp:txXfrm>
    </dsp:sp>
    <dsp:sp modelId="{D12F1AE1-756C-4CFE-84E2-512A969275E1}">
      <dsp:nvSpPr>
        <dsp:cNvPr id="0" name=""/>
        <dsp:cNvSpPr/>
      </dsp:nvSpPr>
      <dsp:spPr>
        <a:xfrm rot="1774">
          <a:off x="3408266" y="1180287"/>
          <a:ext cx="2940820"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17AF40-1726-4185-BC56-1BFBD0607E7F}">
      <dsp:nvSpPr>
        <dsp:cNvPr id="0" name=""/>
        <dsp:cNvSpPr/>
      </dsp:nvSpPr>
      <dsp:spPr>
        <a:xfrm>
          <a:off x="2954734" y="1260750"/>
          <a:ext cx="2218531" cy="7151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Solenoid Valve / Pump</a:t>
          </a:r>
        </a:p>
      </dsp:txBody>
      <dsp:txXfrm>
        <a:off x="2975680" y="1281696"/>
        <a:ext cx="2176639" cy="673251"/>
      </dsp:txXfrm>
    </dsp:sp>
    <dsp:sp modelId="{CC267A9F-6E2C-4307-A148-CB461C202B04}">
      <dsp:nvSpPr>
        <dsp:cNvPr id="0" name=""/>
        <dsp:cNvSpPr/>
      </dsp:nvSpPr>
      <dsp:spPr>
        <a:xfrm rot="5400000">
          <a:off x="5810966" y="1726731"/>
          <a:ext cx="1086068"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65A32E-4512-4EA9-94B9-B8814D5F9864}">
      <dsp:nvSpPr>
        <dsp:cNvPr id="0" name=""/>
        <dsp:cNvSpPr/>
      </dsp:nvSpPr>
      <dsp:spPr>
        <a:xfrm>
          <a:off x="5905380" y="1260750"/>
          <a:ext cx="2218531" cy="7181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Pipe line</a:t>
          </a:r>
          <a:endParaRPr lang="en-IN" sz="1800" kern="1200" dirty="0"/>
        </a:p>
      </dsp:txBody>
      <dsp:txXfrm>
        <a:off x="5926415" y="1281785"/>
        <a:ext cx="2176461" cy="676108"/>
      </dsp:txXfrm>
    </dsp:sp>
    <dsp:sp modelId="{C833DC6A-7DDD-49CB-886D-97AB72A6A3D9}">
      <dsp:nvSpPr>
        <dsp:cNvPr id="0" name=""/>
        <dsp:cNvSpPr/>
      </dsp:nvSpPr>
      <dsp:spPr>
        <a:xfrm>
          <a:off x="5905380" y="2311708"/>
          <a:ext cx="2218531" cy="7996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Overhead Tank</a:t>
          </a:r>
        </a:p>
      </dsp:txBody>
      <dsp:txXfrm>
        <a:off x="5928800" y="2335128"/>
        <a:ext cx="2171691" cy="752763"/>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9AA1-806A-448B-08B7-92FDF0098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634461-C265-FDE5-3AAF-D35FC793AA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24A9FC-ADA5-9DCF-9498-B67AD06AF456}"/>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3B0AD0B5-6DA4-F725-29D0-4CF471887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69FF45-CB9A-6326-A117-C445D34094F3}"/>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2330782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628F8-5B40-9855-3406-542D7FAA45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5B4A8B-BFD7-E04A-E0AB-5A73A9FF3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4FBD32-48E3-8144-272C-6BC010CC4C51}"/>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30749E74-9CD4-18DB-AE22-3BD7338D9A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708E4A-7A23-271C-3905-3B42421B037E}"/>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884404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D6236-F9C3-FB30-73AE-F7D965A44F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14B1E9-F80F-0E7A-7266-F28FAB43F0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C34ED1-DD41-4788-2AE0-A0DCAFA4826B}"/>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ADE389F5-BEEC-E8C9-530A-8D1707A331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0A9D4-8DE4-DD6C-E6A1-76366F011D7F}"/>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3448364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9016-54FD-B479-109B-F1F4F18594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B50CC7-2117-7ED0-31E2-A8ED478899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53BF8B-8261-CE70-A563-6CBD0C89A0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AF7E91-A4B2-F93E-2353-94CC65FBA78D}"/>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6" name="Footer Placeholder 5">
            <a:extLst>
              <a:ext uri="{FF2B5EF4-FFF2-40B4-BE49-F238E27FC236}">
                <a16:creationId xmlns:a16="http://schemas.microsoft.com/office/drawing/2014/main" id="{8EEC978B-B21F-98FE-43CF-660D7072C2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EACAA6-C0DD-858A-4B54-92DF1A2915E9}"/>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3009419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8E2F5-64AF-4211-EAA3-4A9325A43E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2BD31A-CF3C-B602-9912-41F7449B53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C2343A-C521-ED9B-5E7D-16DFD3C98B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3271B5-18B8-0654-CD50-AE81FA10A7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5AC1FE-09FC-23B2-5B1B-441A674A35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8126B1-3C54-9F44-3E46-1B9353E9690D}"/>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8" name="Footer Placeholder 7">
            <a:extLst>
              <a:ext uri="{FF2B5EF4-FFF2-40B4-BE49-F238E27FC236}">
                <a16:creationId xmlns:a16="http://schemas.microsoft.com/office/drawing/2014/main" id="{3E7D4B33-8EF2-97F6-C5B2-AC7CF7C3DE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844997F-9F05-FA88-BA21-F8F1B4C6A4C7}"/>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1311120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57DC-F0B8-FDF8-B3A1-7665606F74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D5FA26-9559-6BC3-5CA2-959DC1399665}"/>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4" name="Footer Placeholder 3">
            <a:extLst>
              <a:ext uri="{FF2B5EF4-FFF2-40B4-BE49-F238E27FC236}">
                <a16:creationId xmlns:a16="http://schemas.microsoft.com/office/drawing/2014/main" id="{5F4C2EED-0888-7A2E-2068-FEC03F4842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5A044D-7417-B539-957F-D3BF2DDE94F6}"/>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3489771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C2E9C-5528-D7E9-DA4F-287CFEF993D6}"/>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3" name="Footer Placeholder 2">
            <a:extLst>
              <a:ext uri="{FF2B5EF4-FFF2-40B4-BE49-F238E27FC236}">
                <a16:creationId xmlns:a16="http://schemas.microsoft.com/office/drawing/2014/main" id="{0030E256-90A1-206D-89AD-1F71B7E9C4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5EEEE3-A1A5-160A-6F74-A47A3F8DC2EB}"/>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329762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6106-7426-8C3D-B231-5EEDD05182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46DB40-6E38-DE63-16CD-C2970E4E83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4B1992-1A7E-C1CF-38AF-4B9BBE435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EDDBCB-CFD3-C42D-35B1-43C174544FC6}"/>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6" name="Footer Placeholder 5">
            <a:extLst>
              <a:ext uri="{FF2B5EF4-FFF2-40B4-BE49-F238E27FC236}">
                <a16:creationId xmlns:a16="http://schemas.microsoft.com/office/drawing/2014/main" id="{F2EE7C8F-D6AF-07CA-00AA-58FFF3193A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1DF1E0-660C-D554-D9CC-2598D020D39D}"/>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3470872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61188-85DF-054B-4DBC-1B574EF1C4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F7037A-1869-3D5D-02B2-1954315BF1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CA48C3-908C-3EA6-CC09-E3FE5EBEB1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24EA0-1EA5-9A8C-B170-63D04AB59289}"/>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6" name="Footer Placeholder 5">
            <a:extLst>
              <a:ext uri="{FF2B5EF4-FFF2-40B4-BE49-F238E27FC236}">
                <a16:creationId xmlns:a16="http://schemas.microsoft.com/office/drawing/2014/main" id="{87748CAD-824E-22CB-2EB8-E6BB9170D1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B5C540-5725-08FC-C2F8-391B29FCE779}"/>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817548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E964-9199-8E07-F0C7-C155C716D5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6C4E43-7FF0-91AA-470C-045BEB075A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0DA9AD-A2B2-0FB4-9C69-5CB673BF56B7}"/>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0DF81717-1D96-6D14-4C1A-EB4F715326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9D45E-1C86-D6C4-D50D-965A9CAA72B4}"/>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2845500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192976-C2EF-B936-D3D5-F560D5B562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28217C-8565-04FC-37F3-6B3991B2D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6A0E5F-E272-556C-CF74-8EB632F16CF4}"/>
              </a:ext>
            </a:extLst>
          </p:cNvPr>
          <p:cNvSpPr>
            <a:spLocks noGrp="1"/>
          </p:cNvSpPr>
          <p:nvPr>
            <p:ph type="dt" sz="half" idx="10"/>
          </p:nvPr>
        </p:nvSpPr>
        <p:spPr/>
        <p:txBody>
          <a:body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10695350-7276-57CD-4298-4B3FD389A5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A38D2A-E1B5-3F87-D1CF-6C4110EA637C}"/>
              </a:ext>
            </a:extLst>
          </p:cNvPr>
          <p:cNvSpPr>
            <a:spLocks noGrp="1"/>
          </p:cNvSpPr>
          <p:nvPr>
            <p:ph type="sldNum" sz="quarter" idx="12"/>
          </p:nvPr>
        </p:nvSpPr>
        <p:spPr/>
        <p:txBody>
          <a:bodyPr/>
          <a:lstStyle/>
          <a:p>
            <a:fld id="{72FA4B1B-1177-4D5E-B1A7-C74D85168F5D}" type="slidenum">
              <a:rPr lang="en-IN" smtClean="0"/>
              <a:t>‹#›</a:t>
            </a:fld>
            <a:endParaRPr lang="en-IN"/>
          </a:p>
        </p:txBody>
      </p:sp>
    </p:spTree>
    <p:extLst>
      <p:ext uri="{BB962C8B-B14F-4D97-AF65-F5344CB8AC3E}">
        <p14:creationId xmlns:p14="http://schemas.microsoft.com/office/powerpoint/2010/main" val="2621249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9A70F1-2F87-C9D1-DECC-9C592FF041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8ABFE8-A033-B0C7-2B34-6154138AA2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D6005C-B19F-CAFD-150E-8A9CF6092B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128CD1-8171-4A6F-B0DA-D2244DDAAB02}" type="datetimeFigureOut">
              <a:rPr lang="en-IN" smtClean="0"/>
              <a:t>08-03-2026</a:t>
            </a:fld>
            <a:endParaRPr lang="en-IN"/>
          </a:p>
        </p:txBody>
      </p:sp>
      <p:sp>
        <p:nvSpPr>
          <p:cNvPr id="5" name="Footer Placeholder 4">
            <a:extLst>
              <a:ext uri="{FF2B5EF4-FFF2-40B4-BE49-F238E27FC236}">
                <a16:creationId xmlns:a16="http://schemas.microsoft.com/office/drawing/2014/main" id="{5F19E5FE-784E-8478-227A-8CCE77C78E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75367A-3693-5677-F950-2CE7938E43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FA4B1B-1177-4D5E-B1A7-C74D85168F5D}" type="slidenum">
              <a:rPr lang="en-IN" smtClean="0"/>
              <a:t>‹#›</a:t>
            </a:fld>
            <a:endParaRPr lang="en-IN"/>
          </a:p>
        </p:txBody>
      </p:sp>
    </p:spTree>
    <p:extLst>
      <p:ext uri="{BB962C8B-B14F-4D97-AF65-F5344CB8AC3E}">
        <p14:creationId xmlns:p14="http://schemas.microsoft.com/office/powerpoint/2010/main" val="269421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871B7-F6F6-9871-2166-8134A665DD76}"/>
              </a:ext>
            </a:extLst>
          </p:cNvPr>
          <p:cNvSpPr>
            <a:spLocks noGrp="1"/>
          </p:cNvSpPr>
          <p:nvPr>
            <p:ph type="ctrTitle"/>
          </p:nvPr>
        </p:nvSpPr>
        <p:spPr>
          <a:xfrm>
            <a:off x="1524000" y="728133"/>
            <a:ext cx="9144000" cy="1253067"/>
          </a:xfrm>
        </p:spPr>
        <p:txBody>
          <a:bodyPr>
            <a:normAutofit/>
          </a:bodyPr>
          <a:lstStyle/>
          <a:p>
            <a:r>
              <a:rPr lang="en-US" sz="4000" b="1" dirty="0">
                <a:latin typeface="Times New Roman" panose="02020603050405020304" pitchFamily="18" charset="0"/>
                <a:cs typeface="Times New Roman" panose="02020603050405020304" pitchFamily="18" charset="0"/>
              </a:rPr>
              <a:t>Municipal Water Flow Automation for Overhead Tank</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3F2788C-FCC9-1526-5779-5FFF14D9AFD9}"/>
              </a:ext>
            </a:extLst>
          </p:cNvPr>
          <p:cNvSpPr>
            <a:spLocks noGrp="1"/>
          </p:cNvSpPr>
          <p:nvPr>
            <p:ph type="subTitle" idx="1"/>
          </p:nvPr>
        </p:nvSpPr>
        <p:spPr>
          <a:xfrm>
            <a:off x="1524000" y="2252133"/>
            <a:ext cx="9144000" cy="3005667"/>
          </a:xfrm>
        </p:spPr>
        <p:txBody>
          <a:bodyPr>
            <a:normAutofit/>
          </a:bodyPr>
          <a:lstStyle/>
          <a:p>
            <a:pPr algn="l"/>
            <a:r>
              <a:rPr lang="en-US" sz="2600" dirty="0">
                <a:latin typeface="Times New Roman" panose="02020603050405020304" pitchFamily="18" charset="0"/>
                <a:cs typeface="Times New Roman" panose="02020603050405020304" pitchFamily="18" charset="0"/>
              </a:rPr>
              <a:t>A Java-based automation system that monitors municipal water flow using a flow sensor and automatically controls water supply to an overhead tank. The system calculates the water volume based on flow sensor pulses and stops the water supply when the tank reaches its predefined capacity.</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27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D6C3F-F556-BD72-B2AD-E6421520F90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Features</a:t>
            </a:r>
          </a:p>
        </p:txBody>
      </p:sp>
      <p:sp>
        <p:nvSpPr>
          <p:cNvPr id="3" name="Content Placeholder 2">
            <a:extLst>
              <a:ext uri="{FF2B5EF4-FFF2-40B4-BE49-F238E27FC236}">
                <a16:creationId xmlns:a16="http://schemas.microsoft.com/office/drawing/2014/main" id="{E653F376-0F14-30D5-F940-7A2F9876D7E3}"/>
              </a:ext>
            </a:extLst>
          </p:cNvPr>
          <p:cNvSpPr>
            <a:spLocks noGrp="1"/>
          </p:cNvSpPr>
          <p:nvPr>
            <p:ph idx="1"/>
          </p:nvPr>
        </p:nvSpPr>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Automatic control of municipal water flow</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Real-time water flow monitoring</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Prevents overhead tank overflow</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Calculates total water volume entering the tank</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Controls pump or solenoid valve using a relay</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Simple and lightweight Java implementation</a:t>
            </a:r>
          </a:p>
          <a:p>
            <a:endParaRPr lang="en-IN" dirty="0"/>
          </a:p>
        </p:txBody>
      </p:sp>
    </p:spTree>
    <p:extLst>
      <p:ext uri="{BB962C8B-B14F-4D97-AF65-F5344CB8AC3E}">
        <p14:creationId xmlns:p14="http://schemas.microsoft.com/office/powerpoint/2010/main" val="3453213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F6431-1D1D-AD79-53A0-AE41B4E77DF3}"/>
              </a:ext>
            </a:extLst>
          </p:cNvPr>
          <p:cNvSpPr>
            <a:spLocks noGrp="1"/>
          </p:cNvSpPr>
          <p:nvPr>
            <p:ph type="title"/>
          </p:nvPr>
        </p:nvSpPr>
        <p:spPr/>
        <p:txBody>
          <a:bodyPr/>
          <a:lstStyle/>
          <a:p>
            <a:r>
              <a:rPr lang="en-IN" dirty="0"/>
              <a:t>System Architecture</a:t>
            </a:r>
          </a:p>
        </p:txBody>
      </p:sp>
      <p:graphicFrame>
        <p:nvGraphicFramePr>
          <p:cNvPr id="7" name="Diagram 6">
            <a:extLst>
              <a:ext uri="{FF2B5EF4-FFF2-40B4-BE49-F238E27FC236}">
                <a16:creationId xmlns:a16="http://schemas.microsoft.com/office/drawing/2014/main" id="{1A0FED1C-5909-8AFE-CF19-A5E8B833DF2E}"/>
              </a:ext>
            </a:extLst>
          </p:cNvPr>
          <p:cNvGraphicFramePr/>
          <p:nvPr>
            <p:extLst>
              <p:ext uri="{D42A27DB-BD31-4B8C-83A1-F6EECF244321}">
                <p14:modId xmlns:p14="http://schemas.microsoft.com/office/powerpoint/2010/main" val="409095246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Content Placeholder 8">
            <a:extLst>
              <a:ext uri="{FF2B5EF4-FFF2-40B4-BE49-F238E27FC236}">
                <a16:creationId xmlns:a16="http://schemas.microsoft.com/office/drawing/2014/main" id="{A7488F49-A062-6A03-20CD-B49C4A64DFD8}"/>
              </a:ext>
            </a:extLst>
          </p:cNvPr>
          <p:cNvSpPr>
            <a:spLocks noGrp="1"/>
          </p:cNvSpPr>
          <p:nvPr>
            <p:ph idx="1"/>
          </p:nvPr>
        </p:nvSpPr>
        <p:spPr>
          <a:xfrm>
            <a:off x="258097" y="7172959"/>
            <a:ext cx="10515600" cy="81281"/>
          </a:xfrm>
        </p:spPr>
        <p:txBody>
          <a:bodyPr>
            <a:normAutofit fontScale="25000" lnSpcReduction="20000"/>
          </a:bodyPr>
          <a:lstStyle/>
          <a:p>
            <a:endParaRPr lang="en-IN" dirty="0"/>
          </a:p>
        </p:txBody>
      </p:sp>
    </p:spTree>
    <p:extLst>
      <p:ext uri="{BB962C8B-B14F-4D97-AF65-F5344CB8AC3E}">
        <p14:creationId xmlns:p14="http://schemas.microsoft.com/office/powerpoint/2010/main" val="3616622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93FB-C65C-B226-68ED-BAE1056D45C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Requirements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0629A6-9828-7CE7-0E6B-228DBABCFE1B}"/>
              </a:ext>
            </a:extLst>
          </p:cNvPr>
          <p:cNvSpPr>
            <a:spLocks noGrp="1"/>
          </p:cNvSpPr>
          <p:nvPr>
            <p:ph idx="1"/>
          </p:nvPr>
        </p:nvSpPr>
        <p:spPr/>
        <p:txBody>
          <a:bodyPr/>
          <a:lstStyle/>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Raspberry Pi (any model with GPIO)</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YF-S201 Water Flow Sensor</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Relay Module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Solenoid Valve or Water Pump</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Jumper Wires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Power Supply</a:t>
            </a:r>
          </a:p>
          <a:p>
            <a:endParaRPr lang="en-IN" dirty="0"/>
          </a:p>
        </p:txBody>
      </p:sp>
    </p:spTree>
    <p:extLst>
      <p:ext uri="{BB962C8B-B14F-4D97-AF65-F5344CB8AC3E}">
        <p14:creationId xmlns:p14="http://schemas.microsoft.com/office/powerpoint/2010/main" val="45272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96512-54D5-7002-F5B9-782E6D5C35F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Software Requirements</a:t>
            </a:r>
          </a:p>
        </p:txBody>
      </p:sp>
      <p:sp>
        <p:nvSpPr>
          <p:cNvPr id="5" name="Rectangle 2">
            <a:extLst>
              <a:ext uri="{FF2B5EF4-FFF2-40B4-BE49-F238E27FC236}">
                <a16:creationId xmlns:a16="http://schemas.microsoft.com/office/drawing/2014/main" id="{467F0D85-C905-B250-E95C-AA7C722DFAE5}"/>
              </a:ext>
            </a:extLst>
          </p:cNvPr>
          <p:cNvSpPr>
            <a:spLocks noGrp="1" noChangeArrowheads="1"/>
          </p:cNvSpPr>
          <p:nvPr>
            <p:ph idx="1"/>
          </p:nvPr>
        </p:nvSpPr>
        <p:spPr bwMode="auto">
          <a:xfrm>
            <a:off x="2072640" y="2136338"/>
            <a:ext cx="302037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JDK 8 or later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Pi4J Library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Raspberry Pi OS</a:t>
            </a:r>
          </a:p>
        </p:txBody>
      </p:sp>
    </p:spTree>
    <p:extLst>
      <p:ext uri="{BB962C8B-B14F-4D97-AF65-F5344CB8AC3E}">
        <p14:creationId xmlns:p14="http://schemas.microsoft.com/office/powerpoint/2010/main" val="957829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FE332-E053-9892-1EA8-D7C58CFED1B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Applications</a:t>
            </a:r>
          </a:p>
        </p:txBody>
      </p:sp>
      <p:sp>
        <p:nvSpPr>
          <p:cNvPr id="4" name="Rectangle 1">
            <a:extLst>
              <a:ext uri="{FF2B5EF4-FFF2-40B4-BE49-F238E27FC236}">
                <a16:creationId xmlns:a16="http://schemas.microsoft.com/office/drawing/2014/main" id="{85FF2FC7-797E-0754-5B29-666E0268A1B1}"/>
              </a:ext>
            </a:extLst>
          </p:cNvPr>
          <p:cNvSpPr>
            <a:spLocks noGrp="1" noChangeArrowheads="1"/>
          </p:cNvSpPr>
          <p:nvPr>
            <p:ph idx="1"/>
          </p:nvPr>
        </p:nvSpPr>
        <p:spPr bwMode="auto">
          <a:xfrm>
            <a:off x="838200" y="3154908"/>
            <a:ext cx="5213287"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home water management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Municipal water supply monitoring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tank filling systems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Water usage tracking</a:t>
            </a:r>
          </a:p>
        </p:txBody>
      </p:sp>
    </p:spTree>
    <p:extLst>
      <p:ext uri="{BB962C8B-B14F-4D97-AF65-F5344CB8AC3E}">
        <p14:creationId xmlns:p14="http://schemas.microsoft.com/office/powerpoint/2010/main" val="2004035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Times New Roman</vt:lpstr>
      <vt:lpstr>Wingdings</vt:lpstr>
      <vt:lpstr>Office Theme</vt:lpstr>
      <vt:lpstr>Municipal Water Flow Automation for Overhead Tank</vt:lpstr>
      <vt:lpstr>Features</vt:lpstr>
      <vt:lpstr>System Architecture</vt:lpstr>
      <vt:lpstr>Hardware Requirements </vt:lpstr>
      <vt:lpstr>Software Requirements</vt:lpstr>
      <vt:lpstr>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Kishore Anand</dc:creator>
  <cp:lastModifiedBy>Kishore Anand</cp:lastModifiedBy>
  <cp:revision>1</cp:revision>
  <dcterms:created xsi:type="dcterms:W3CDTF">2026-03-08T12:35:40Z</dcterms:created>
  <dcterms:modified xsi:type="dcterms:W3CDTF">2026-03-08T12:35:40Z</dcterms:modified>
</cp:coreProperties>
</file>
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F0C37-90BC-461F-98E8-C7FE35C56DEC}" v="2" dt="2026-03-08T12:39:46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ore Anand" userId="9bebce282a6efdb7" providerId="LiveId" clId="{D081A437-5ADA-44E1-A90E-ECAB201C415C}"/>
    <pc:docChg chg="modSld">
      <pc:chgData name="Kishore Anand" userId="9bebce282a6efdb7" providerId="LiveId" clId="{D081A437-5ADA-44E1-A90E-ECAB201C415C}" dt="2026-03-08T12:39:46.453" v="1"/>
      <pc:docMkLst>
        <pc:docMk/>
      </pc:docMkLst>
      <pc:sldChg chg="addSp modSp">
        <pc:chgData name="Kishore Anand" userId="9bebce282a6efdb7" providerId="LiveId" clId="{D081A437-5ADA-44E1-A90E-ECAB201C415C}" dt="2026-03-08T12:39:46.453" v="1"/>
        <pc:sldMkLst>
          <pc:docMk/>
          <pc:sldMk cId="1782893021" sldId="256"/>
        </pc:sldMkLst>
        <pc:spChg chg="add mod">
          <ac:chgData name="Kishore Anand" userId="9bebce282a6efdb7" providerId="LiveId" clId="{D081A437-5ADA-44E1-A90E-ECAB201C415C}" dt="2026-03-08T12:39:46.453" v="1"/>
          <ac:spMkLst>
            <pc:docMk/>
            <pc:sldMk cId="1782893021" sldId="256"/>
            <ac:spMk id="4" creationId="{0F76F50C-69E6-561E-AC5E-B0627A8498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4A98-4188-B39E-FE13-9C2481AF9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EF033-86BE-0F5A-51D3-9F39A7B95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D7B3C-44FB-4C01-DB14-C4324D94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4A8F9-A431-18F2-7F26-BEF7CDE25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76AB1-1351-4CF9-C723-DA6CEB42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20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C111-0B28-E1E2-6496-D3F62DE5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B9213-9795-CE90-F86A-0AFA2EB2C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835E5-B92D-7234-4087-001BD65E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168DB-BD8A-D5C5-2833-46D770BB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CA493-9155-88A3-FDA5-9A847D954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36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F94E-AC08-2987-0281-7DA07E0F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9DEAB-0A03-D714-5645-D2BC43423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CAE3F-1D61-AC9E-4737-7C35931B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865F3-8051-8E3D-0F64-408906B65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86E37-0F13-DF91-C905-6353A0E3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07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909B-7263-7283-6CE8-EB2F4C2F6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F4A5A-96C6-0705-FC12-0219ABD9E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C6919-FD59-F3B7-2B62-E8A7722F9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CDAA4-2320-68AA-204D-3EFF298E3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CCA69-7BEF-A676-F421-664101BF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5A620-F051-83B2-8DEA-56B6C2E2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58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9E48-E438-0111-3FB5-90B0B5F1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F150C-6C26-91C9-637D-D9B0BBB2F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B47DB-A222-3DB8-25DC-9B2D51883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01CC30-F15D-754E-CF99-36F5EA7BF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492A9-214B-8E70-BC2C-51B299D82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7620F-20F5-68D4-8F86-E1F2FFCE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F626F-2190-664F-B44C-E3FCA512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AEA48-1FB5-4055-B3B6-01CFFF90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86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F5B6-A67B-5FDF-2565-6D775E63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CD6C9-E2A9-A9B9-8B98-017F7CAE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1EE86-4470-DEAA-8F7A-82F90DE8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952CB-997E-3FA8-B42B-75945943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154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BEC5B-A4FC-75CC-1548-9E2ACFE6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AF7E59-009B-A9E0-938F-147F3B83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D5D1-445B-8580-BC3E-F4937814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88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DBAA-D9D5-D404-7ABC-95C394330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A7EE-F462-4CFB-59F1-173BEBE61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37899-2865-2FED-C8CD-2E7E515F4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07BFD-E94B-3541-2FF3-F4800355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4021D-D30F-C62E-C1AA-ADDA88BD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BD051-6F2F-B8CE-5628-16805CA1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96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8A72-D19F-5278-9A41-41467BDD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0A03F-0765-E76C-4D39-EAECA5742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7A519-DA73-5C72-F290-EE001F55E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D33A0-512A-54F6-55A9-6B047C27C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14DB0-8027-9E18-7FCF-52CA7925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0666D-3F87-E0AE-20A4-3A6DFA34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80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65C0F-7797-9AE2-77CF-0DE41F86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8D6D45-3AF7-FD6D-CAD4-3D1750819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1B3B3-902F-1A80-E85A-C9082F50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07BDD-D989-FD22-D3BE-60E9D0C3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6C13E-5D0C-212A-DD81-8A620A3C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5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B4AB3-A24A-55AE-3557-A03217625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D9956-C2A6-A5DA-8E97-C4EF9BCD8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C0F3E-8F60-D8C6-7A6D-95FB41F6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6DC8B-D6FB-F8B6-40F2-F33D49284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A5711-5359-2083-CB7F-D17A027E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59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AABC85-2A33-AE88-34F1-33285CCA0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14922-0374-51A6-38DE-64247530B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360E1-A9E5-EC05-C0D5-D50F7E96C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85635-2B8E-4354-B316-8C2062AAEB51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39501-D133-2F68-6859-E959C6CB5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C7135-1EFA-F8BC-F827-4D56F6A7E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0F09C-BD3F-4A74-8538-80137D890F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97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A613-5BC0-5BD6-D65A-EF08938C0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026" y="462114"/>
            <a:ext cx="9144000" cy="86523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code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14F8D6-01A1-4B54-B86F-62D0C32E1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43666"/>
            <a:ext cx="9144000" cy="4454012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com.pi4j.io.gpio.GpioController;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com.pi4j.io.gpio.GpioFactory;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com.pi4j.io.gpio.GpioPinDigitalInput;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com.pi4j.io.gpio.GpioPinDigitalOutput;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com.pi4j.io.gpio.PinPullResistance;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com.pi4j.io.gpio.RaspiPin;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WaterTankAutomation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static volatile 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throws Exception {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GpioController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GpioFactory.getInstance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782893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C121-23DD-1026-D324-2B7295BA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9531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0706D-BB42-E296-3B54-A4C48B8DB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4735"/>
            <a:ext cx="10515600" cy="52822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com.pi4j.io.gpio.GpioController;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com.pi4j.io.gpio.GpioFactory;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com.pi4j.io.gpio.GpioPinDigitalInput;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com.pi4j.io.gpio.GpioPinDigitalOutput;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com.pi4j.io.gpio.PinPullResistance;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com.pi4j.io.gpio.RaspiPin;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WaterTankAutomation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static volatile int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pulseCount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throws Exception {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GpioController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GpioFactory.getInstance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13288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862F5-A46E-EC37-EAD3-6DB6249E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15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1F093-3CCA-36E7-2EB5-9887BB349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6916"/>
            <a:ext cx="10515600" cy="5410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totalLiters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while(true){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Thread.sleep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(1000);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pulses =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pulseCount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pulseCount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YF-S201: 450 pulses ≈ 1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pulses / 450.0;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totalLiters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("Flow this second: "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L");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("Total: " +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totalLiters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L");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Tank capacity example 500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22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87FF-9961-E0D0-DB18-561F4C2E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50AA-C430-F54E-3B4E-E7376D8BD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totalLiters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500){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relay.low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// stop pump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("Tank Full - Pump OFF");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gpio.shutdown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9037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Java code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Kishore Anand</dc:creator>
  <cp:lastModifiedBy>Kishore Anand</cp:lastModifiedBy>
  <cp:revision>1</cp:revision>
  <dcterms:created xsi:type="dcterms:W3CDTF">2026-03-08T12:18:34Z</dcterms:created>
  <dcterms:modified xsi:type="dcterms:W3CDTF">2026-03-08T12:39:47Z</dcterms:modified>
</cp:coreProperties>
</file>